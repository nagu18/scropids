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ScropIDS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0077B6"/>
                </a:solidFill>
                <a:latin typeface="Calibri"/>
              </a:rPr>
              <a:t>Production Capstone Presentation</a:t>
            </a:r>
          </a:p>
          <a:p>
            <a:r>
              <a:rPr sz="2000">
                <a:solidFill>
                  <a:srgbClr val="0077B6"/>
                </a:solidFill>
                <a:latin typeface="Calibri"/>
              </a:rPr>
              <a:t>Multi-Tenant SaaS IDS with Agent Enrollment + LLM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1. Problem and Vision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2. Final Architecture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3. Multi-Tenant SaaS Design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4. Agent Enrollment + Log Pipeline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5. LLM + Alert Engine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6. Live Test Results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7. Deployment and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Organizations need endpoint threat visibility without complex SOC tooling.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Need one internet-facing platform where users onboard endpoints easily.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Need structured JSON logs, fast triage, and clear dashboard visibility.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Need safe tenant isolation for multi-customer SaaS operation.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Cross-platform endpoint agent (Windows/Linux/macOS-ready foundation).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Django backend with secure ingest and scheduler-driven processing.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LLM analysis with BYOK API and local Ollama mode.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Strict JSON pipeline from ingest to storage to analysis.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Analyst dashboard with tenant-scoped metrics and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Final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[Endpoint Agents] -&gt; HTTPS -&gt; [Django API]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[Django API] -&gt; [Events DB] -&gt; [Scheduler] -&gt; [Aggregator]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[Aggregator] -&gt; [LLM Engine] -&gt; [Alert Engine] -&gt; [Dashboard]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Tenant context enforced by organization ownership on all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Multi-Tenant SaaS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Organization (tenant) is the root boundary.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OrganizationMembership defines user role: owner/admin/analyst/viewer.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Agents, Events, Aggregates, Alerts, SchedulerConfig, LLMProvider are tenant-owned.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Optional X-Organization-Slug header selects active tenant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Agent Enrollment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Admin creates one-time AgentEnrollmentToken per tenant.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Agent calls /api/v1/agents/enroll/ with org slug + token + host metadata.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Server validates token (single-use + expiry), then issues agent_id + agent_token.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Agent uses headers X-Agent-ID and X-Agent-Token for ingest + heartbeat.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Data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Ingest endpoint accepts normalized JSON events.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Scheduler runs per tenant and builds aggregation windows.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Aggregator computes summaries (event_count, suspicious commands, external connections).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LLM output is validated against strict JSON schema before save.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Alert engine applies threshold rules and optional notifications.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Core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POST /api/v1/organizations/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POST /api/v1/agent-enrollment-tokens/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POST /api/v1/agents/enroll/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POST /api/v1/ingest/events/ and /ingest/heartbeat/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GET /api/v1/dashboard/overview/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GET/POST /api/v1/llm-providers/, GET/PATCH /api/v1/scheduler-configs/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LLM Integration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OpenAI-compatible API mode: tenant BYOK secrets encrypted at rest.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Ollama local mode: tenant can point to local model endpoint.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Prompt enforces JSON-only schema output.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Validation rejects malformed fields and invalid threat levels.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Security Controls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Tenant-level ownership and query scoping.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Agent token authentication for endpoint APIs.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One-time enrollment tokens (hash stored, expiry, single use).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Encrypted LLM API keys (Fernet).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Audit-friendly JSON persistence for events and analyses.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Frontend Dashboard (Starter)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Overview KPIs: agents, events_24h, active alerts, pending analyses.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Threat distribution chart and confidence heatmap placeholders.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Tenant-aware backend data source.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Foundation ready for alerts page, agent timeline, analyst notes.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Live Test Run - Commands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1414"/>
                </a:solidFill>
                <a:latin typeface="Consolas"/>
              </a:defRPr>
            </a:pPr>
            <a:r>
              <a:t># Create organization</a:t>
            </a:r>
            <a:br/>
            <a:r>
              <a:t>curl -u Nagender:******** -X POST http://127.0.0.1:8000/api/v1/organizations/ \</a:t>
            </a:r>
            <a:br/>
            <a:r>
              <a:t>  -H 'Content-Type: application/json' -d '{"name":"Acme SOC"}'</a:t>
            </a:r>
            <a:br/>
            <a:br/>
            <a:r>
              <a:t># Create enrollment token</a:t>
            </a:r>
            <a:br/>
            <a:r>
              <a:t>curl -u Nagender:******** -X POST http://127.0.0.1:8000/api/v1/agent-enrollment-tokens/ \</a:t>
            </a:r>
            <a:br/>
            <a:r>
              <a:t>  -H 'Content-Type: application/json' -H 'X-Organization-Slug: acme-soc' \</a:t>
            </a:r>
            <a:br/>
            <a:r>
              <a:t>  -d '{"description":"wave-1","expires_in_hours":24}'</a:t>
            </a:r>
            <a:br/>
            <a:br/>
            <a:r>
              <a:t># Enroll sample agent + ingest events + run scheduler</a:t>
            </a:r>
            <a:br/>
            <a:r>
              <a:t>POST /api/v1/agents/enroll/</a:t>
            </a:r>
            <a:br/>
            <a:r>
              <a:t>POST /api/v1/ingest/events/</a:t>
            </a:r>
            <a:br/>
            <a:r>
              <a:t>python manage.py shell -c 'run_scheduler_tick()'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Live Test Run - Real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1414"/>
                </a:solidFill>
                <a:latin typeface="Consolas"/>
              </a:defRPr>
            </a:pPr>
            <a:r>
              <a:t>Organization created:</a:t>
            </a:r>
            <a:br/>
            <a:r>
              <a:t>{"name":"Acme SOC","slug":"acme-soc", ...}</a:t>
            </a:r>
            <a:br/>
            <a:br/>
            <a:r>
              <a:t>Enrollment token created:</a:t>
            </a:r>
            <a:br/>
            <a:r>
              <a:t>{"organization_slug":"acme-soc","enrollment_token":"..."}</a:t>
            </a:r>
            <a:br/>
            <a:br/>
            <a:r>
              <a:t>Agent enrolled:</a:t>
            </a:r>
            <a:br/>
            <a:r>
              <a:t>{"agent_id":"b7e1136f-...","organization_slug":"acme-soc"}</a:t>
            </a:r>
            <a:br/>
            <a:br/>
            <a:r>
              <a:t>Ingest result:</a:t>
            </a:r>
            <a:br/>
            <a:r>
              <a:t>{"accepted":1}</a:t>
            </a:r>
            <a:br/>
            <a:br/>
            <a:r>
              <a:t>Heartbeat result:</a:t>
            </a:r>
            <a:br/>
            <a:r>
              <a:t>{"status":"ok","agent_id":"b7e1136f-..."}</a:t>
            </a:r>
            <a:br/>
            <a:br/>
            <a:r>
              <a:t>Dashboard overview (after live agent run):</a:t>
            </a:r>
            <a:br/>
            <a:r>
              <a:t>{"totals":{"agents":1,"events_24h":7,"active_alerts":0,...}}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SaaS core flow is working end-to-end in code and live local test.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Agent enrollment + authenticated ingest verified.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Scheduler and aggregation verified.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LLM provider not yet configured in test run (fallback analysis path observed).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Deployment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Deploy API behind HTTPS reverse proxy (Nginx/Caddy).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Run Django (Gunicorn) + Celery worker + Celery beat + PostgreSQL + Redis.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Expose only API and frontend; keep DB/Redis private.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Add backup, monitoring, and centralized logs.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Roadmap (Next Milestones)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Implement OS-native collectors in Go agent modules.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Add full RBAC UX and analyst workflows.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Connect real LLM provider and notification channels.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Add SIEM integrations, Sigma rules, MITRE ATT&amp;CK mapping.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C386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ScropIDS now has a production-style SaaS backbone.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Architecture demonstrates practical security engineering decisions.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Project is presentation-ready and extensible for advanced SOC features.</a:t>
            </a:r>
          </a:p>
          <a:p>
            <a:pPr>
              <a:defRPr sz="2200">
                <a:solidFill>
                  <a:srgbClr val="232323"/>
                </a:solidFill>
                <a:latin typeface="Calibri"/>
              </a:defRPr>
            </a:pPr>
            <a:r>
              <a:t>Next demo step: configure LLM provider and show real alert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